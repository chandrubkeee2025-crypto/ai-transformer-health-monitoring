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Transformer Health Condition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| Electrical and Electronics Engineering | [Student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Classify transformer condition using operating parameters.</a:t>
            </a:r>
          </a:p>
          <a:p>
            <a:pPr>
              <a:defRPr sz="2200"/>
            </a:pPr>
            <a:r>
              <a:t>Educational decision-support prototype only; not for real maintenance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Prepare data and perform exploratory analysis.</a:t>
            </a:r>
          </a:p>
          <a:p>
            <a:pPr>
              <a:defRPr sz="2200"/>
            </a:pPr>
            <a:r>
              <a:t>Compare Random Forest and Gradient Boosting.</a:t>
            </a:r>
          </a:p>
          <a:p>
            <a:pPr>
              <a:defRPr sz="2200"/>
            </a:pPr>
            <a:r>
              <a:t>Evaluate precision, recall, F1-score and confusion matrix.</a:t>
            </a:r>
          </a:p>
          <a:p>
            <a:pPr>
              <a:defRPr sz="2200"/>
            </a:pPr>
            <a:r>
              <a:t>Display predictions in a Streamlit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1,800 simulated records generated by a reproducible script.</a:t>
            </a:r>
          </a:p>
          <a:p>
            <a:pPr>
              <a:defRPr sz="2200"/>
            </a:pPr>
            <a:r>
              <a:t>Load, temperatures, voltage, oil level, moisture, vibration and H₂ indicator.</a:t>
            </a:r>
          </a:p>
          <a:p>
            <a:pPr>
              <a:defRPr sz="2200"/>
            </a:pPr>
            <a:r>
              <a:t>Target categories: Normal, Warning, High Risk.</a:t>
            </a:r>
          </a:p>
          <a:p>
            <a:pPr>
              <a:defRPr sz="2200"/>
            </a:pPr>
            <a:r>
              <a:t>Synthetic labels are not field diagnoses.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CSV → preprocessing → model training → evaluation → saved model → Streamlit dashboard.</a:t>
            </a:r>
          </a:p>
          <a:p>
            <a:pPr>
              <a:defRPr sz="2200"/>
            </a:pPr>
            <a:r>
              <a:t>Python, Pandas, scikit-learn, Matplotlib/Seaborn and Streamlit.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Train Random Forest and Gradient Boosting baselines.</a:t>
            </a:r>
          </a:p>
          <a:p>
            <a:pPr>
              <a:defRPr sz="2200"/>
            </a:pPr>
            <a:r>
              <a:t>Compare accuracy and weighted F1-score.</a:t>
            </a:r>
          </a:p>
          <a:p>
            <a:pPr>
              <a:defRPr sz="2200"/>
            </a:pPr>
            <a:r>
              <a:t>Use generated model_comparison.csv and classification report.</a:t>
            </a:r>
          </a:p>
          <a:p>
            <a:pPr>
              <a:defRPr sz="2200"/>
            </a:pPr>
            <a:r>
              <a:t>Insert actual metrics after running the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Enter transformer operating parameters.</a:t>
            </a:r>
          </a:p>
          <a:p>
            <a:pPr>
              <a:defRPr sz="2200"/>
            </a:pPr>
            <a:r>
              <a:t>Click Predict condition.</a:t>
            </a:r>
          </a:p>
          <a:p>
            <a:pPr>
              <a:defRPr sz="2200"/>
            </a:pPr>
            <a:r>
              <a:t>Show predicted category and dataset preview.</a:t>
            </a:r>
          </a:p>
          <a:p>
            <a:pPr>
              <a:defRPr sz="2200"/>
            </a:pPr>
            <a:r>
              <a:t>Explain the limits of synthetic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 is simulated; no real-world accuracy claim.</a:t>
            </a:r>
          </a:p>
          <a:p>
            <a:pPr>
              <a:defRPr sz="2200"/>
            </a:pPr>
            <a:r>
              <a:t>Class scores are not calibrated failure probabilities.</a:t>
            </a:r>
          </a:p>
          <a:p>
            <a:pPr>
              <a:defRPr sz="2200"/>
            </a:pPr>
            <a:r>
              <a:t>Not a substitute for professional transformer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Demonstrates an end-to-end machine-learning workflow.</a:t>
            </a:r>
          </a:p>
          <a:p>
            <a:pPr>
              <a:defRPr sz="2200"/>
            </a:pPr>
            <a:r>
              <a:t>Next: validated dataset, temporal validation, explainability and expert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